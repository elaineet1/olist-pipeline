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A2D7-63A7-4927-DF8A-F6478823D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1464F-9EA7-890D-36C0-E7C98B334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F876B-69C2-7DC5-D63F-CC6E72CBB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56DD0-8E7C-4C2E-0526-3E5B7A5C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602FC-0E18-7445-9386-B23D26C9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7947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4F712-52F9-BB62-1B88-8750419AC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3AD98-B01B-33CB-A32D-9C613DA0B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CE444-4CED-9A13-F0C9-AD7497C1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860C1-1834-955C-ED30-75982994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D1C6C-E28D-AC95-3178-B8C98685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893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CE42-567E-3169-2DAB-8616F41E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4ADE7-B183-1E75-6934-095D353F8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15585-3B4C-1C37-1332-D8AB36D66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FFC4D-179A-7592-4D18-09780731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445AB-A7B4-BA48-1A30-672F868C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1411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BC31-EA72-486C-89C5-DDAD586C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FE5D1-B87B-D004-F242-91BB8BE4F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384C2-04FE-BF90-4768-A1B606BAD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AF2D4-40D4-37B6-BEE7-63C217F5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5FB87-EDFD-9EB6-A1B4-39DE42CA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029E5-D362-8E3E-FC77-37144D5B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775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EA8E-77F2-8485-9887-BDBE48E2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65D16-8970-CA06-4685-D4CEB6467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04C4-39D5-BF5A-82D9-A771FD6F7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D9C58-2D82-4616-3682-1024A896B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C7E7B-10BF-1182-39D8-F62FA7081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11AFBD-FF4B-B07D-47D6-EA0F9266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A3EEA-CAE1-7891-109B-29A882DE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40B56B-E37B-9407-FBC5-709F88C5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28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9E21-8ADB-F8C3-5692-9014D041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DF671-C16B-9DAC-A4AA-5F7ECCD2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42B9B2-AAA3-5E1B-A4CD-EA858E20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F5B97-46DC-5830-35A6-332A629D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094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C3561-1D9C-F1CF-D632-B0C98CA9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42F23-1D45-7ADC-AF48-534DD480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27032-B12E-A348-F220-170D1808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01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3666-8250-A420-3A47-537C640B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4D0C-F98C-BE69-2C31-0C45E4887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6BB8D-54A8-CBA4-EB2E-04DA8CE09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FF036-F058-F174-E58E-91AE116C5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F44FE-F1CA-423E-513D-1A1D9D55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52CBC-0F16-78BB-81B7-36725DB9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3223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FB63-B475-5D09-976B-6380AFF5D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758B4-DDA3-6B4A-E232-55263BDFA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2FC70-D69E-A5DA-8B83-542AA8604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7FFDB-3AE1-60DA-8914-5F7EFC46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9A58C-156D-2786-2528-41A972F4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B432A-EAA9-26BD-0FEA-33D89F01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295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7ACA7-CB2F-98A0-FFBD-4E4F2F9BD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63F38-4260-8956-6265-E6767549D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1E7C6-8300-24EB-AF5D-C918472C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BC364-7299-FB7A-A243-800DF72A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72D2B-982E-539F-209F-A45B0A3F7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4182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22E9F-511D-34C9-BAC7-0764D0692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73F9E-24AE-4BE7-025B-F07B916EA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D7995-3810-DCC2-CCCC-B8660576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BB1F4-B381-9414-3438-2332876B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33528-DFD6-66D8-1BE3-E5F45FBE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352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4A71D-4DBC-91BD-EC98-5899F8905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BE6DF-ED75-690C-C439-ACEB50D15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CBB68-CD3E-728D-D890-7C0F94B6EB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6A7CA-EE2B-4DE4-BEEF-F2A9AD9447C2}" type="datetimeFigureOut">
              <a:rPr lang="en-SG" smtClean="0"/>
              <a:t>16/3/2026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8286C-88E9-1A8B-BC4E-FC7236AF6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18AA6-3EA9-D157-54F6-A1C9980CE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F3E6C-7F25-40E6-B63C-037429B833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5267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4A2ADF-E0A1-EC74-F557-4E65DE565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62" y="797701"/>
            <a:ext cx="5191850" cy="1724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AF1AED-B66B-5697-49AE-CD2481ECC064}"/>
              </a:ext>
            </a:extLst>
          </p:cNvPr>
          <p:cNvSpPr txBox="1"/>
          <p:nvPr/>
        </p:nvSpPr>
        <p:spPr>
          <a:xfrm>
            <a:off x="677362" y="42836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E0BC2-8764-2D22-25EC-4F1BE1757AB9}"/>
              </a:ext>
            </a:extLst>
          </p:cNvPr>
          <p:cNvSpPr txBox="1"/>
          <p:nvPr/>
        </p:nvSpPr>
        <p:spPr>
          <a:xfrm>
            <a:off x="690763" y="2337301"/>
            <a:ext cx="584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6F486-92D9-4134-F33A-780054819241}"/>
              </a:ext>
            </a:extLst>
          </p:cNvPr>
          <p:cNvSpPr txBox="1"/>
          <p:nvPr/>
        </p:nvSpPr>
        <p:spPr>
          <a:xfrm>
            <a:off x="454456" y="6060299"/>
            <a:ext cx="11597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pipeline detected 775 orders with zero total value and 9 payments with zero or negative value — these represent data quality issues in the source data that would need to be addressed before business reporting</a:t>
            </a:r>
            <a:endParaRPr lang="en-S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685194-A6FA-6E94-1E89-BCA03F5E9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62" y="2701290"/>
            <a:ext cx="10315254" cy="317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579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543CB-F886-9E41-CE02-B2F5A9CE6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2" y="0"/>
            <a:ext cx="536464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D3C2EC-AEBF-2604-940A-A4E5DFBB7162}"/>
              </a:ext>
            </a:extLst>
          </p:cNvPr>
          <p:cNvSpPr txBox="1"/>
          <p:nvPr/>
        </p:nvSpPr>
        <p:spPr>
          <a:xfrm>
            <a:off x="5459771" y="565750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pipeline detected 9 zero-value payments: 6 fully discounted vouchers and 3 unclassified payments. These are valid edge cases in the source data, not pipeline errors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A56BA0-06B9-9BD4-D6B5-60EBE7C60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429000"/>
            <a:ext cx="5163269" cy="186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5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BC61B0-EFEA-3DFF-1556-33C455AA5E53}"/>
              </a:ext>
            </a:extLst>
          </p:cNvPr>
          <p:cNvSpPr txBox="1"/>
          <p:nvPr/>
        </p:nvSpPr>
        <p:spPr>
          <a:xfrm>
            <a:off x="224319" y="639187"/>
            <a:ext cx="1174336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Data Quality Findings</a:t>
            </a:r>
          </a:p>
          <a:p>
            <a:pPr>
              <a:buNone/>
            </a:pPr>
            <a:r>
              <a:rPr lang="en-US" b="1" dirty="0"/>
              <a:t>Finding 1 — Zero-Value Payments (9 records)</a:t>
            </a:r>
          </a:p>
          <a:p>
            <a:pPr>
              <a:buNone/>
            </a:pPr>
            <a:r>
              <a:rPr lang="en-US" b="1" dirty="0"/>
              <a:t>Detected by: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assert_positive_payment_values</a:t>
            </a:r>
            <a:r>
              <a:rPr lang="en-US" dirty="0"/>
              <a:t> singular test</a:t>
            </a:r>
          </a:p>
          <a:p>
            <a:pPr>
              <a:buNone/>
            </a:pPr>
            <a:r>
              <a:rPr lang="en-US" b="1" dirty="0"/>
              <a:t>What was found:</a:t>
            </a:r>
            <a:r>
              <a:rPr lang="en-US" dirty="0"/>
              <a:t> 9 payment records with a </a:t>
            </a:r>
            <a:r>
              <a:rPr lang="en-US" dirty="0" err="1">
                <a:latin typeface="Courier New" panose="02070309020205020404" pitchFamily="49" charset="0"/>
              </a:rPr>
              <a:t>payment_value</a:t>
            </a:r>
            <a:r>
              <a:rPr lang="en-US" dirty="0"/>
              <a:t> of 0, consisting of 6 voucher payments and 3 payments with an undefined payment type.</a:t>
            </a:r>
          </a:p>
          <a:p>
            <a:pPr>
              <a:buNone/>
            </a:pPr>
            <a:r>
              <a:rPr lang="en-US" b="1" dirty="0"/>
              <a:t>Root cause:</a:t>
            </a:r>
            <a:r>
              <a:rPr lang="en-US" dirty="0"/>
              <a:t> Voucher payments with a value of 0 represent fully discounted orders where the customer paid nothing out of pocket. The 3 </a:t>
            </a:r>
            <a:r>
              <a:rPr lang="en-US" dirty="0" err="1">
                <a:latin typeface="Courier New" panose="02070309020205020404" pitchFamily="49" charset="0"/>
              </a:rPr>
              <a:t>not_defined</a:t>
            </a:r>
            <a:r>
              <a:rPr lang="en-US" dirty="0"/>
              <a:t> records indicate incomplete payment type data in the source system.</a:t>
            </a:r>
          </a:p>
          <a:p>
            <a:pPr>
              <a:buNone/>
            </a:pPr>
            <a:r>
              <a:rPr lang="en-US" b="1" dirty="0"/>
              <a:t>Conclusion:</a:t>
            </a:r>
            <a:r>
              <a:rPr lang="en-US" dirty="0"/>
              <a:t> These are legitimate edge cases in the source data, not pipeline errors. No fix required.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Finding 2 — Zero Total Price Orders (775 records)</a:t>
            </a:r>
          </a:p>
          <a:p>
            <a:pPr>
              <a:buNone/>
            </a:pPr>
            <a:r>
              <a:rPr lang="en-US" b="1" dirty="0"/>
              <a:t>Detected by: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assert_positive_order_prices</a:t>
            </a:r>
            <a:r>
              <a:rPr lang="en-US" dirty="0"/>
              <a:t> singular test</a:t>
            </a:r>
          </a:p>
          <a:p>
            <a:pPr>
              <a:buNone/>
            </a:pPr>
            <a:r>
              <a:rPr lang="en-US" b="1" dirty="0"/>
              <a:t>What was found:</a:t>
            </a:r>
            <a:r>
              <a:rPr lang="en-US" dirty="0"/>
              <a:t> 775 orders with a </a:t>
            </a:r>
            <a:r>
              <a:rPr lang="en-US" dirty="0" err="1">
                <a:latin typeface="Courier New" panose="02070309020205020404" pitchFamily="49" charset="0"/>
              </a:rPr>
              <a:t>total_price</a:t>
            </a:r>
            <a:r>
              <a:rPr lang="en-US" dirty="0"/>
              <a:t> of 0.</a:t>
            </a:r>
          </a:p>
          <a:p>
            <a:pPr>
              <a:buNone/>
            </a:pPr>
            <a:r>
              <a:rPr lang="en-US" b="1" dirty="0"/>
              <a:t>Root cause:</a:t>
            </a:r>
            <a:r>
              <a:rPr lang="en-US" dirty="0"/>
              <a:t> These orders exist in the orders table but have no matching items in the order items table. They are orders that were created but never completed — likely cancelled or abandoned before any products were added. The pipeline's </a:t>
            </a:r>
            <a:r>
              <a:rPr lang="en-US" dirty="0">
                <a:latin typeface="Courier New" panose="02070309020205020404" pitchFamily="49" charset="0"/>
              </a:rPr>
              <a:t>coalesce(..., 0)</a:t>
            </a:r>
            <a:r>
              <a:rPr lang="en-US" dirty="0"/>
              <a:t> logic correctly defaulted their price to 0 rather than losing the records.</a:t>
            </a:r>
          </a:p>
          <a:p>
            <a:pPr>
              <a:buNone/>
            </a:pPr>
            <a:r>
              <a:rPr lang="en-US" b="1" dirty="0"/>
              <a:t>Conclusion:</a:t>
            </a:r>
            <a:r>
              <a:rPr lang="en-US" dirty="0"/>
              <a:t> These are incomplete orders from the source system. Individual item prices were verified separately and confirmed to be all positive and clean.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147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95E3A-A1EA-DC79-6BF4-AE4B3AE6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4A167-FAF6-7749-9849-9E85B41F6101}"/>
              </a:ext>
            </a:extLst>
          </p:cNvPr>
          <p:cNvSpPr txBox="1"/>
          <p:nvPr/>
        </p:nvSpPr>
        <p:spPr>
          <a:xfrm>
            <a:off x="448639" y="464527"/>
            <a:ext cx="117433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Finding 3 — No Negative Values (0 records)</a:t>
            </a:r>
          </a:p>
          <a:p>
            <a:pPr>
              <a:buNone/>
            </a:pPr>
            <a:r>
              <a:rPr lang="en-US" b="1" dirty="0"/>
              <a:t>Detected by:</a:t>
            </a:r>
            <a:r>
              <a:rPr lang="en-US" dirty="0"/>
              <a:t> Both singular tests</a:t>
            </a:r>
          </a:p>
          <a:p>
            <a:pPr>
              <a:buNone/>
            </a:pPr>
            <a:r>
              <a:rPr lang="en-US" b="1" dirty="0"/>
              <a:t>What was found:</a:t>
            </a:r>
            <a:r>
              <a:rPr lang="en-US" dirty="0"/>
              <a:t> Zero records with negative prices or negative payment values across the entire dataset.</a:t>
            </a:r>
          </a:p>
          <a:p>
            <a:pPr>
              <a:buNone/>
            </a:pPr>
            <a:r>
              <a:rPr lang="en-US" b="1" dirty="0"/>
              <a:t>Conclusion:</a:t>
            </a:r>
            <a:r>
              <a:rPr lang="en-US" dirty="0"/>
              <a:t> No anomalous negative values exist in the pipeline. Data is clean. ✅</a:t>
            </a:r>
          </a:p>
        </p:txBody>
      </p:sp>
    </p:spTree>
    <p:extLst>
      <p:ext uri="{BB962C8B-B14F-4D97-AF65-F5344CB8AC3E}">
        <p14:creationId xmlns:p14="http://schemas.microsoft.com/office/powerpoint/2010/main" val="1470412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E8E380-923E-6F2F-042D-CDFFF91BF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761628"/>
            <a:ext cx="11450648" cy="5334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5AA01C-06E4-3459-DDD9-9878CF4051B5}"/>
              </a:ext>
            </a:extLst>
          </p:cNvPr>
          <p:cNvSpPr txBox="1"/>
          <p:nvPr/>
        </p:nvSpPr>
        <p:spPr>
          <a:xfrm>
            <a:off x="677362" y="428369"/>
            <a:ext cx="170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err="1"/>
              <a:t>Dbt</a:t>
            </a:r>
            <a:r>
              <a:rPr lang="en-SG" dirty="0"/>
              <a:t> test results</a:t>
            </a:r>
          </a:p>
        </p:txBody>
      </p:sp>
    </p:spTree>
    <p:extLst>
      <p:ext uri="{BB962C8B-B14F-4D97-AF65-F5344CB8AC3E}">
        <p14:creationId xmlns:p14="http://schemas.microsoft.com/office/powerpoint/2010/main" val="406206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69D47-7C0B-394F-620C-1A8EFCDED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279"/>
            <a:ext cx="12192000" cy="594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2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249250-9014-6631-267F-E8F93094F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172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A16D44-0FBB-64F6-7DA2-0AFFF15BF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15" y="3304679"/>
            <a:ext cx="9040487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01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84A6AC-0279-B0C8-159F-55752340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250"/>
            <a:ext cx="12192000" cy="35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0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356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</dc:creator>
  <cp:lastModifiedBy>E T</cp:lastModifiedBy>
  <cp:revision>9</cp:revision>
  <dcterms:created xsi:type="dcterms:W3CDTF">2026-03-16T01:58:23Z</dcterms:created>
  <dcterms:modified xsi:type="dcterms:W3CDTF">2026-03-16T04:09:11Z</dcterms:modified>
</cp:coreProperties>
</file>